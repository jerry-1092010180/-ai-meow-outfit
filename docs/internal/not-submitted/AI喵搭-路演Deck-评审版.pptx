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cf5f9f1a0840c0" /><Relationship Type="http://schemas.openxmlformats.org/officeDocument/2006/relationships/extended-properties" Target="/docProps/app.xml" Id="Rd3618ce05a714642" /><Relationship Type="http://schemas.openxmlformats.org/officeDocument/2006/relationships/officeDocument" Target="/ppt/presentation.xml" Id="R5277a8bdd3be4b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3157beb47541ed"/>
  </p:sldMasterIdLst>
  <p:notesMasterIdLst>
    <p:notesMasterId xmlns:r="http://schemas.openxmlformats.org/officeDocument/2006/relationships" r:id="R47423bb1afb846bb"/>
  </p:notesMasterIdLst>
  <p:sldIdLst>
    <p:sldId xmlns:r="http://schemas.openxmlformats.org/officeDocument/2006/relationships" id="256" r:id="R3b1f5116b9764ef9"/>
    <p:sldId xmlns:r="http://schemas.openxmlformats.org/officeDocument/2006/relationships" id="257" r:id="Ra7ad4ce64a2a4b44"/>
    <p:sldId xmlns:r="http://schemas.openxmlformats.org/officeDocument/2006/relationships" id="258" r:id="R07aa05352f2b4ff6"/>
    <p:sldId xmlns:r="http://schemas.openxmlformats.org/officeDocument/2006/relationships" id="259" r:id="Rfed80efcb0fa496c"/>
    <p:sldId xmlns:r="http://schemas.openxmlformats.org/officeDocument/2006/relationships" id="260" r:id="R0be47531110848cc"/>
    <p:sldId xmlns:r="http://schemas.openxmlformats.org/officeDocument/2006/relationships" id="261" r:id="R7b3ab4545a4b4989"/>
    <p:sldId xmlns:r="http://schemas.openxmlformats.org/officeDocument/2006/relationships" id="262" r:id="Rc31cd154221d4daf"/>
    <p:sldId xmlns:r="http://schemas.openxmlformats.org/officeDocument/2006/relationships" id="263" r:id="Rc3f13a6693724107"/>
    <p:sldId xmlns:r="http://schemas.openxmlformats.org/officeDocument/2006/relationships" id="264" r:id="R575819eb7d8c46e5"/>
    <p:sldId xmlns:r="http://schemas.openxmlformats.org/officeDocument/2006/relationships" id="265" r:id="Rd8a6919ae44c4f29"/>
    <p:sldId xmlns:r="http://schemas.openxmlformats.org/officeDocument/2006/relationships" id="266" r:id="R890885e4e3ff46bb"/>
    <p:sldId xmlns:r="http://schemas.openxmlformats.org/officeDocument/2006/relationships" id="267" r:id="R435f9d97838244f9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79b2451c214d7f" /><Relationship Type="http://schemas.openxmlformats.org/officeDocument/2006/relationships/slideMaster" Target="/ppt/slideMasters/slideMaster1.xml" Id="R613157beb47541ed" /><Relationship Type="http://schemas.openxmlformats.org/officeDocument/2006/relationships/notesMaster" Target="/ppt/notesMasters/notesMaster1.xml" Id="R47423bb1afb846bb" /><Relationship Type="http://schemas.openxmlformats.org/officeDocument/2006/relationships/presProps" Target="/ppt/presProps.xml" Id="R95955ac890a7422d" /><Relationship Type="http://schemas.openxmlformats.org/officeDocument/2006/relationships/tableStyles" Target="/ppt/tableStyles.xml" Id="R4ab0dc410085465e" /><Relationship Type="http://schemas.openxmlformats.org/officeDocument/2006/relationships/slide" Target="/ppt/slides/slide1.xml" Id="R3b1f5116b9764ef9" /><Relationship Type="http://schemas.openxmlformats.org/officeDocument/2006/relationships/slide" Target="/ppt/slides/slide2.xml" Id="Ra7ad4ce64a2a4b44" /><Relationship Type="http://schemas.openxmlformats.org/officeDocument/2006/relationships/slide" Target="/ppt/slides/slide3.xml" Id="R07aa05352f2b4ff6" /><Relationship Type="http://schemas.openxmlformats.org/officeDocument/2006/relationships/slide" Target="/ppt/slides/slide4.xml" Id="Rfed80efcb0fa496c" /><Relationship Type="http://schemas.openxmlformats.org/officeDocument/2006/relationships/slide" Target="/ppt/slides/slide5.xml" Id="R0be47531110848cc" /><Relationship Type="http://schemas.openxmlformats.org/officeDocument/2006/relationships/slide" Target="/ppt/slides/slide6.xml" Id="R7b3ab4545a4b4989" /><Relationship Type="http://schemas.openxmlformats.org/officeDocument/2006/relationships/slide" Target="/ppt/slides/slide7.xml" Id="Rc31cd154221d4daf" /><Relationship Type="http://schemas.openxmlformats.org/officeDocument/2006/relationships/slide" Target="/ppt/slides/slide8.xml" Id="Rc3f13a6693724107" /><Relationship Type="http://schemas.openxmlformats.org/officeDocument/2006/relationships/slide" Target="/ppt/slides/slide9.xml" Id="R575819eb7d8c46e5" /><Relationship Type="http://schemas.openxmlformats.org/officeDocument/2006/relationships/slide" Target="/ppt/slides/slide10.xml" Id="Rd8a6919ae44c4f29" /><Relationship Type="http://schemas.openxmlformats.org/officeDocument/2006/relationships/slide" Target="/ppt/slides/slide11.xml" Id="R890885e4e3ff46bb" /><Relationship Type="http://schemas.openxmlformats.org/officeDocument/2006/relationships/slide" Target="/ppt/slides/slide12.xml" Id="R435f9d97838244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0376f0b5db46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b14d0cf991453c" /><Relationship Type="http://schemas.openxmlformats.org/officeDocument/2006/relationships/notesMaster" Target="/ppt/notesMasters/notesMaster1.xml" Id="R17ffab4cb2254c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d15f52614a490f" /><Relationship Type="http://schemas.openxmlformats.org/officeDocument/2006/relationships/notesMaster" Target="/ppt/notesMasters/notesMaster1.xml" Id="R26c5bc65b4ea4a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f9e20e458445d5" /><Relationship Type="http://schemas.openxmlformats.org/officeDocument/2006/relationships/notesMaster" Target="/ppt/notesMasters/notesMaster1.xml" Id="Rdc82da3e27fc48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88c1022bd84689" /><Relationship Type="http://schemas.openxmlformats.org/officeDocument/2006/relationships/notesMaster" Target="/ppt/notesMasters/notesMaster1.xml" Id="R2eaf2eb4f47041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52ec99a6d2401e" /><Relationship Type="http://schemas.openxmlformats.org/officeDocument/2006/relationships/notesMaster" Target="/ppt/notesMasters/notesMaster1.xml" Id="R625a92a907f046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997c2e2f8741db" /><Relationship Type="http://schemas.openxmlformats.org/officeDocument/2006/relationships/notesMaster" Target="/ppt/notesMasters/notesMaster1.xml" Id="R390143fe7e2d47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5b4249ba584096" /><Relationship Type="http://schemas.openxmlformats.org/officeDocument/2006/relationships/notesMaster" Target="/ppt/notesMasters/notesMaster1.xml" Id="R6507e7fb98dc41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6c186ace3c4202" /><Relationship Type="http://schemas.openxmlformats.org/officeDocument/2006/relationships/notesMaster" Target="/ppt/notesMasters/notesMaster1.xml" Id="Re5f3f9c5b61246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9185ae723b4dc5" /><Relationship Type="http://schemas.openxmlformats.org/officeDocument/2006/relationships/notesMaster" Target="/ppt/notesMasters/notesMaster1.xml" Id="Rec35a679a19444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09f45bf3b84b0c" /><Relationship Type="http://schemas.openxmlformats.org/officeDocument/2006/relationships/notesMaster" Target="/ppt/notesMasters/notesMaster1.xml" Id="R048b59df039941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5be385a86e441e" /><Relationship Type="http://schemas.openxmlformats.org/officeDocument/2006/relationships/notesMaster" Target="/ppt/notesMasters/notesMaster1.xml" Id="R1946bad7a49f4c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b525a82c214a32" /><Relationship Type="http://schemas.openxmlformats.org/officeDocument/2006/relationships/notesMaster" Target="/ppt/notesMasters/notesMaster1.xml" Id="R4d51da9b813447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Project-local canonical slide render from deliverables/路演Deck.html</a:t>
            </a:r>
          </a:p>
          <a:p xmlns:a="http://schemas.openxmlformats.org/drawingml/2006/main">
            <a:r>
              <a:t>- Project-local UI screenshots, character preview, product samples, and QR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Project-local canonical slide render from deliverables/路演Deck.html</a:t>
            </a:r>
          </a:p>
          <a:p xmlns:a="http://schemas.openxmlformats.org/drawingml/2006/main">
            <a:r>
              <a:t>- Project-local UI screenshots, character preview, product samples, and QR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Project-local canonical slide render from deliverables/路演Deck.html</a:t>
            </a:r>
          </a:p>
          <a:p xmlns:a="http://schemas.openxmlformats.org/drawingml/2006/main">
            <a:r>
              <a:t>- Project-local UI screenshots, character preview, product samples, and QR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Project-local canonical slide render from deliverables/路演Deck.html</a:t>
            </a:r>
          </a:p>
          <a:p xmlns:a="http://schemas.openxmlformats.org/drawingml/2006/main">
            <a:r>
              <a:t>- Project-local UI screenshots, character preview, product samples, and QR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Project-local canonical slide render from deliverables/路演Deck.html</a:t>
            </a:r>
          </a:p>
          <a:p xmlns:a="http://schemas.openxmlformats.org/drawingml/2006/main">
            <a:r>
              <a:t>- Project-local UI screenshots, character preview, product samples, and QR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Project-local canonical slide render from deliverables/路演Deck.html</a:t>
            </a:r>
          </a:p>
          <a:p xmlns:a="http://schemas.openxmlformats.org/drawingml/2006/main">
            <a:r>
              <a:t>- Project-local UI screenshots, character preview, product samples, and QR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Project-local canonical slide render from deliverables/路演Deck.html</a:t>
            </a:r>
          </a:p>
          <a:p xmlns:a="http://schemas.openxmlformats.org/drawingml/2006/main">
            <a:r>
              <a:t>- Project-local UI screenshots, character preview, product samples, and QR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Project-local canonical slide render from deliverables/路演Deck.html</a:t>
            </a:r>
          </a:p>
          <a:p xmlns:a="http://schemas.openxmlformats.org/drawingml/2006/main">
            <a:r>
              <a:t>- Project-local UI screenshots, character preview, product samples, and QR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Project-local canonical slide render from deliverables/路演Deck.html</a:t>
            </a:r>
          </a:p>
          <a:p xmlns:a="http://schemas.openxmlformats.org/drawingml/2006/main">
            <a:r>
              <a:t>- Project-local UI screenshots, character preview, product samples, and QR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Project-local canonical slide render from deliverables/路演Deck.html</a:t>
            </a:r>
          </a:p>
          <a:p xmlns:a="http://schemas.openxmlformats.org/drawingml/2006/main">
            <a:r>
              <a:t>- Project-local UI screenshots, character preview, product samples, and QR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Project-local canonical slide render from deliverables/路演Deck.html</a:t>
            </a:r>
          </a:p>
          <a:p xmlns:a="http://schemas.openxmlformats.org/drawingml/2006/main">
            <a:r>
              <a:t>- Project-local UI screenshots, character preview, product samples, and QR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Project-local canonical slide render from deliverables/路演Deck.html</a:t>
            </a:r>
          </a:p>
          <a:p xmlns:a="http://schemas.openxmlformats.org/drawingml/2006/main">
            <a:r>
              <a:t>- Project-local UI screenshots, character preview, product samples, and QR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d6354e836748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21155ae640435c" /><Relationship Type="http://schemas.openxmlformats.org/officeDocument/2006/relationships/slideLayout" Target="/ppt/slideLayouts/slideLayout1.xml" Id="R554438eac50a4d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4438eac50a4d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1e5305d184160" /><Relationship Type="http://schemas.openxmlformats.org/officeDocument/2006/relationships/image" Target="/ppt/media/image.png" Id="R8e6667bbfb24472f" /><Relationship Type="http://schemas.openxmlformats.org/officeDocument/2006/relationships/notesSlide" Target="/ppt/notesSlides/notesSlide1.xml" Id="R2840d4572b0e4f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e790aca4c49f7" /><Relationship Type="http://schemas.openxmlformats.org/officeDocument/2006/relationships/image" Target="/ppt/media/image2.png" Id="R15aa78a5c9a54053" /><Relationship Type="http://schemas.openxmlformats.org/officeDocument/2006/relationships/notesSlide" Target="/ppt/notesSlides/notesSlide2.xml" Id="R468430bd92284d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78d3a40364758" /><Relationship Type="http://schemas.openxmlformats.org/officeDocument/2006/relationships/image" Target="/ppt/media/image3.png" Id="R5f61f64bc0b44ae7" /><Relationship Type="http://schemas.openxmlformats.org/officeDocument/2006/relationships/notesSlide" Target="/ppt/notesSlides/notesSlide3.xml" Id="R25e66ce5a83d4a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b6fcb7eba4aee" /><Relationship Type="http://schemas.openxmlformats.org/officeDocument/2006/relationships/image" Target="/ppt/media/image4.png" Id="Rbc16312f33d645ea" /><Relationship Type="http://schemas.openxmlformats.org/officeDocument/2006/relationships/notesSlide" Target="/ppt/notesSlides/notesSlide4.xml" Id="R66e6bc2559fa4f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97fe7c3e24b09" /><Relationship Type="http://schemas.openxmlformats.org/officeDocument/2006/relationships/image" Target="/ppt/media/image5.png" Id="Rdf3fb049491f4bf0" /><Relationship Type="http://schemas.openxmlformats.org/officeDocument/2006/relationships/notesSlide" Target="/ppt/notesSlides/notesSlide5.xml" Id="Rf958ce69936141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5539d2b1e4713" /><Relationship Type="http://schemas.openxmlformats.org/officeDocument/2006/relationships/image" Target="/ppt/media/image6.png" Id="Rd2ff370630a14bb3" /><Relationship Type="http://schemas.openxmlformats.org/officeDocument/2006/relationships/notesSlide" Target="/ppt/notesSlides/notesSlide6.xml" Id="R5ff4a746406f49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7eeae6b3f4ce7" /><Relationship Type="http://schemas.openxmlformats.org/officeDocument/2006/relationships/image" Target="/ppt/media/image7.png" Id="R70d4d84c9be346af" /><Relationship Type="http://schemas.openxmlformats.org/officeDocument/2006/relationships/notesSlide" Target="/ppt/notesSlides/notesSlide7.xml" Id="R699647c94ec141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c4d0d271d482a" /><Relationship Type="http://schemas.openxmlformats.org/officeDocument/2006/relationships/image" Target="/ppt/media/image8.png" Id="Rd15d14f935824396" /><Relationship Type="http://schemas.openxmlformats.org/officeDocument/2006/relationships/notesSlide" Target="/ppt/notesSlides/notesSlide8.xml" Id="R9fed289d7db049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f61c7185e4de2" /><Relationship Type="http://schemas.openxmlformats.org/officeDocument/2006/relationships/image" Target="/ppt/media/image9.png" Id="Reac9cb1680a34dd8" /><Relationship Type="http://schemas.openxmlformats.org/officeDocument/2006/relationships/notesSlide" Target="/ppt/notesSlides/notesSlide9.xml" Id="R54e1e951cc3242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a1ba6e3cd48bb" /><Relationship Type="http://schemas.openxmlformats.org/officeDocument/2006/relationships/image" Target="/ppt/media/image10.png" Id="Re247faeff952441d" /><Relationship Type="http://schemas.openxmlformats.org/officeDocument/2006/relationships/notesSlide" Target="/ppt/notesSlides/notesSlide10.xml" Id="R7046586397f749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ac5c19b5b479c" /><Relationship Type="http://schemas.openxmlformats.org/officeDocument/2006/relationships/image" Target="/ppt/media/image11.png" Id="R769d54b85da84026" /><Relationship Type="http://schemas.openxmlformats.org/officeDocument/2006/relationships/notesSlide" Target="/ppt/notesSlides/notesSlide11.xml" Id="Rf7120b5d491e4e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1ed1bcb254449" /><Relationship Type="http://schemas.openxmlformats.org/officeDocument/2006/relationships/image" Target="/ppt/media/image12.png" Id="Rbf2f6c0f22e043b4" /><Relationship Type="http://schemas.openxmlformats.org/officeDocument/2006/relationships/notesSlide" Target="/ppt/notesSlides/notesSlide12.xml" Id="R86e7b5d685ba470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6667bbfb24472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5261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a78a5c9a5405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3923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61f64bc0b44ae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4153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6312f33d645e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8619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3fb049491f4bf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313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ff370630a14bb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9328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d4d84c9be346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82228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d14f93582439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89084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9cb1680a34d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27330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7faeff952441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98776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9d54b85da8402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6990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f6c0f22e043b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1257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2026-07-30T03:23:36.5790000Z</dcterms:created>
  <dcterms:modified xsi:type="dcterms:W3CDTF">2026-07-30T03:23:36.5790000Z</dcterms:modified>
</coreProperties>
</file>